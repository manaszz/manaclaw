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NemoClaw для закрытого контура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Стек, безопасность, интеграции и рекомендации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NemoClaw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Открытый стек NVIDIA (Apache 2.0) поверх OpenClaw</a:t>
            </a:r>
          </a:p>
          <a:p>
            <a:pPr/>
            <a:r>
              <a:t>Запускает OpenClaw внутри sandbox OpenShell</a:t>
            </a:r>
          </a:p>
          <a:p>
            <a:pPr/>
            <a:r>
              <a:t>Фокус на приватности, безопасности и управлении агентами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OpenClaw как агентный движок</a:t>
            </a:r>
          </a:p>
          <a:p>
            <a:pPr/>
            <a:r>
              <a:t>OpenShell как безопасный рантайм (Landlock, egress-контроль)</a:t>
            </a:r>
          </a:p>
          <a:p>
            <a:pPr/>
            <a:r>
              <a:t>NemoClaw CLI + blueprints для развёртывания</a:t>
            </a:r>
          </a:p>
          <a:p>
            <a:pPr/>
            <a:r>
              <a:t>LLM-инференс через Ollama, vLLM, NeMo/NIM и др.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Безопасность и управление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Политики ФС и сети, перехват системных вызовов</a:t>
            </a:r>
          </a:p>
          <a:p>
            <a:pPr/>
            <a:r>
              <a:t>Ролевые модели доступа и аудит действий агентов</a:t>
            </a:r>
          </a:p>
          <a:p>
            <a:pPr/>
            <a:r>
              <a:t>Версионируемые blueprints для разных ассистентов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Интеграции и сценарии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Наследует экосистему OpenClaw (Git, Jira, Slack и др.)</a:t>
            </a:r>
          </a:p>
          <a:p>
            <a:pPr/>
            <a:r>
              <a:t>Работает в on-prem, в облаке и на рабочей станции</a:t>
            </a:r>
          </a:p>
          <a:p>
            <a:pPr/>
            <a:r>
              <a:t>Поддерживает OpenAI-совместимый inference в закрытом контуре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нужно занести в контур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Исходники/образы NemoClaw и OpenShell</a:t>
            </a:r>
          </a:p>
          <a:p>
            <a:pPr/>
            <a:r>
              <a:t>Контейнеры OpenClaw и LLM-сервера (Ollama/vLLM)</a:t>
            </a:r>
          </a:p>
          <a:p>
            <a:pPr/>
            <a:r>
              <a:t>Локальные модели и коннекторы к внутренним системам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Использовать NemoClaw как enterprise-обвязку вокруг OpenClaw</a:t>
            </a:r>
          </a:p>
          <a:p>
            <a:pPr/>
            <a:r>
              <a:t>Для максимальной лёгкости — рассмотреть гибрид c тонким локальным агент-хостом</a:t>
            </a:r>
          </a:p>
          <a:p>
            <a:pPr/>
            <a:r>
              <a:t>В закрытом контуре ориентироваться на полностью локальный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